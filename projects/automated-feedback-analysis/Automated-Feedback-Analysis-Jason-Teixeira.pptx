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1B1D24"/>
                </a:solidFill>
                <a:latin typeface="Arial"/>
              </a:rPr>
              <a:t>Automated Customer Feedback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B5E6A"/>
                </a:solidFill>
                <a:latin typeface="Arial"/>
              </a:rPr>
              <a:t>Raw customer feedback in, structured real-time insight out.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B5E6A"/>
                </a:solidFill>
                <a:latin typeface="Arial"/>
              </a:rPr>
              <a:t>Nothing slips through, and unhappy customers get caught the same 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B5BDB"/>
                </a:solidFill>
                <a:latin typeface="Arial"/>
              </a:rPr>
              <a:t>Google Forms  ·  Make  ·  Gemini 2.5 Flash  ·  Google Sheets  ·  Gmail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B5E6A"/>
                </a:solidFill>
                <a:latin typeface="Arial"/>
              </a:rPr>
              <a:t>Jason Teixeira  ·  Customer Success Manager (project scenario)  ·  TripleTen AI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B1D24"/>
                </a:solidFill>
                <a:latin typeface="Arial"/>
              </a:rPr>
              <a:t>Feedback is only useful if you actually read it —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B1D24"/>
                </a:solidFill>
                <a:latin typeface="Arial"/>
              </a:rPr>
              <a:t>As the Customer Success Manager for a small online store, feedback comes in through a form and just sits in a spreadsheet.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Slow — reading every response by hand doesn't scale, so insights arrive late, if at all.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Inconsistent — two people will grade the same message differently.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Risky — the angry responses are exactly the ones you can't afford to miss for three days. One overlooked complaint can turn into a public blow-up.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3B5BDB"/>
                </a:solidFill>
                <a:latin typeface="Arial"/>
              </a:rPr>
              <a:t>So I built a workflow that reads, classifies, and files every response automatically, and pings me the moment something goes negative.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B1D24"/>
                </a:solidFill>
                <a:latin typeface="Arial"/>
              </a:rPr>
              <a:t>One form in, structured insight out — no manual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B1D24"/>
                </a:solidFill>
                <a:latin typeface="Arial"/>
              </a:rPr>
              <a:t>A customer fills out one short form. Behind the scenes an AI model returns a sentiment label and a one-line summary, that lands in a spreadsheet automatically, and if it's negative I get an email.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Collect — Google Form: a satisfaction rating + free-text feedback.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Analyze — Gemini 2.5 Flash classifies sentiment and writes a 1-sentence summary.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Store — parsed results drop into Google Sheets with a timestamp.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Alert — negative feedback triggers an instant email to 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D24"/>
                </a:solidFill>
                <a:latin typeface="Arial"/>
              </a:rPr>
              <a:t>The workflow in Make,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B5E6A"/>
                </a:solidFill>
                <a:latin typeface="Arial"/>
              </a:rPr>
              <a:t>Google Forms (trigger) → Gemini 2.5 Flash (classify + summarize) → Parse JSON → Google Sheets (add row) → Gmail (only if Negative)</a:t>
            </a:r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8480183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B5E6A"/>
                </a:solidFill>
                <a:latin typeface="Arial"/>
              </a:rPr>
              <a:t>The live scenario after a real run — all 5 modules connected, 7 responses processed, filter on the email leg.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THE AI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D24"/>
                </a:solidFill>
                <a:latin typeface="Arial"/>
              </a:rPr>
              <a:t>Getting clean, consistent JSON was the real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1D24"/>
                </a:solidFill>
                <a:latin typeface="Arial"/>
              </a:rPr>
              <a:t>The starter prompt kept wrapping its answer in a Markdown code block, and sometimes added a sentence first. The JSON parser choked on both.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D24"/>
                </a:solidFill>
                <a:latin typeface="Arial"/>
              </a:rPr>
              <a:t>Fix 1 — demand raw JSON only: "return ONLY one JSON object. No Markdown, no code fences, no text before or after it."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D24"/>
                </a:solidFill>
                <a:latin typeface="Arial"/>
              </a:rPr>
              <a:t>Fix 2 — pin the two keys exactly: "sentiment" (Positive / Neutral / Negative) and "summary" (1 sentence, third person).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D24"/>
                </a:solidFill>
                <a:latin typeface="Arial"/>
              </a:rPr>
              <a:t>Fix 3 — add a fallback for empty feedback so the parser never gets a surprise shape.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D24"/>
                </a:solidFill>
                <a:latin typeface="Arial"/>
              </a:rPr>
              <a:t>Fix 4 — temperature 0.2, and explicit classification rules after a borderline comment ("packaging was excessive") flip-flopped between Neutral and Negative across runs. Mild gripes now stay Neutral; Negative is reserved for real problems that need action.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3B5BDB"/>
                </a:solidFill>
                <a:latin typeface="Arial"/>
              </a:rPr>
              <a:t>After that, every one of the responses parsed cleanly on every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THE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D24"/>
                </a:solidFill>
                <a:latin typeface="Arial"/>
              </a:rPr>
              <a:t>Clean, analyzable data in Sheets</a:t>
            </a:r>
          </a:p>
        </p:txBody>
      </p:sp>
      <p:pic>
        <p:nvPicPr>
          <p:cNvPr id="4" name="Picture 3" descr="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865324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B5E6A"/>
                </a:solidFill>
                <a:latin typeface="Arial"/>
              </a:rPr>
              <a:t>One row per response: Timestamp · Satisfaction · Feedback · Sentiment · Summary. This is the real sheet from the 7 test submissions.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D24"/>
                </a:solidFill>
                <a:latin typeface="Arial"/>
              </a:rPr>
              <a:t>What the data told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1B1D24"/>
                </a:solidFill>
                <a:latin typeface="Arial"/>
              </a:rPr>
              <a:t>Across 7 test submissions: 3 Positive · 2 Neutral · 2 Negative.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The useful part wasn't the split. It was the pattern in the negatives: both unhappy customers were describing the same class of problem — billing and account reliability (a double-charge with no support reply, and repeated forced logouts).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B1D24"/>
                </a:solidFill>
                <a:latin typeface="Arial"/>
              </a:rPr>
              <a:t>That's something a team can actually go fix: improve billing response time and patch the session bug — instead of a vague "some customers are unhappy."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OPTIONAL — BUILT IT ANYWAY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D24"/>
                </a:solidFill>
                <a:latin typeface="Arial"/>
              </a:rPr>
              <a:t>Real-time email alerts for negative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B5E6A"/>
                </a:solidFill>
                <a:latin typeface="Arial"/>
              </a:rPr>
              <a:t>Filter: sentiment = Negative → Gmail sends the summary, rating, full feedback, and a link to the sheet.</a:t>
            </a:r>
          </a:p>
        </p:txBody>
      </p:sp>
      <p:pic>
        <p:nvPicPr>
          <p:cNvPr id="5" name="Picture 4" descr="alert-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8480183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B5E6A"/>
                </a:solidFill>
                <a:latin typeface="Arial"/>
              </a:rPr>
              <a:t>A real alert from the live run, in my inbox the same minute the response was processed.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HONEST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D24"/>
                </a:solidFill>
                <a:latin typeface="Arial"/>
              </a:rPr>
              <a:t>What I'd improve with more time and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B1D24"/>
                </a:solidFill>
                <a:latin typeface="Arial"/>
              </a:rPr>
              <a:t>Slack alerts — post negatives into a #customer-alerts channel so the whole team sees them, with a reaction to claim each one.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B1D24"/>
                </a:solidFill>
                <a:latin typeface="Arial"/>
              </a:rPr>
              <a:t>Topic tags — have the AI also return a category (billing / shipping / bug / praise) so the sheet can be filtered and trended, not just read.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B1D24"/>
                </a:solidFill>
                <a:latin typeface="Arial"/>
              </a:rPr>
              <a:t>Fallback logic — if Gemini ever returns malformed JSON, catch it and log the row as "needs review" instead of erroring out.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B1D24"/>
                </a:solidFill>
                <a:latin typeface="Arial"/>
              </a:rPr>
              <a:t>A live dashboard — a Looker Studio chart on top of the sheet showing sentiment over time.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B1D24"/>
                </a:solidFill>
                <a:latin typeface="Arial"/>
              </a:rPr>
              <a:t>Priority scoring — flag anything that's both "Very unsatisfied" and Negative as high priority, so the loudest alarms rise to the top.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B5BDB"/>
                </a:solidFill>
                <a:latin typeface="Arial"/>
              </a:rPr>
              <a:t>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B1D24"/>
                </a:solidFill>
                <a:latin typeface="Arial"/>
              </a:rPr>
              <a:t>Links &amp;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B1D24"/>
                </a:solidFill>
                <a:latin typeface="Arial"/>
              </a:rPr>
              <a:t>Make scenario blueprint (exported JSON, anyone with the link can view):</a:t>
            </a:r>
          </a:p>
          <a:p>
            <a:pPr>
              <a:spcAft>
                <a:spcPts val="1600"/>
              </a:spcAft>
            </a:pPr>
            <a:r>
              <a:rPr sz="1400" b="0">
                <a:solidFill>
                  <a:srgbClr val="3B5BDB"/>
                </a:solidFill>
                <a:latin typeface="Arial"/>
              </a:rPr>
              <a:t>https://drive.google.com/file/d/1mFRXlwrmPMcy_1W7vSgARE3hg_QLvR9J/view?usp=sharing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B1D24"/>
                </a:solidFill>
                <a:latin typeface="Arial"/>
              </a:rPr>
              <a:t>Google Sheet with the live test data (anyone with the link can view):</a:t>
            </a:r>
          </a:p>
          <a:p>
            <a:pPr>
              <a:spcAft>
                <a:spcPts val="1600"/>
              </a:spcAft>
            </a:pPr>
            <a:r>
              <a:rPr sz="1400" b="0">
                <a:solidFill>
                  <a:srgbClr val="3B5BDB"/>
                </a:solidFill>
                <a:latin typeface="Arial"/>
              </a:rPr>
              <a:t>https://docs.google.com/spreadsheets/d/1L-kVnd12jnnij_LtLvnCo6Gdk9jjtZIxbvY9c5mPjNQ/edit?usp=sharing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5E6A"/>
                </a:solidFill>
                <a:latin typeface="Arial"/>
              </a:rPr>
              <a:t>Everything above runs hands-off. One form submission, and the insight files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B5E6A"/>
                </a:solidFill>
                <a:latin typeface="Arial"/>
              </a:rPr>
              <a:t>Thanks for reviewing — Jason Teixeira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